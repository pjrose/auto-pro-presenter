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2c366c27ce4dca" /><Relationship Type="http://schemas.openxmlformats.org/officeDocument/2006/relationships/extended-properties" Target="/docProps/app.xml" Id="R5b1f562f43b84012" /><Relationship Type="http://schemas.openxmlformats.org/officeDocument/2006/relationships/officeDocument" Target="/ppt/presentation.xml" Id="R758b422f09624d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568561f0b64b82"/>
  </p:sldMasterIdLst>
  <p:notesMasterIdLst>
    <p:notesMasterId xmlns:r="http://schemas.openxmlformats.org/officeDocument/2006/relationships" r:id="R8c2c7267db8c44e4"/>
  </p:notesMasterIdLst>
  <p:sldIdLst>
    <p:sldId xmlns:r="http://schemas.openxmlformats.org/officeDocument/2006/relationships" id="256" r:id="R19fa61c4364a4925"/>
    <p:sldId xmlns:r="http://schemas.openxmlformats.org/officeDocument/2006/relationships" id="257" r:id="Rf567c00bdf6a4988"/>
    <p:sldId xmlns:r="http://schemas.openxmlformats.org/officeDocument/2006/relationships" id="258" r:id="Ra7bef36fb0134475"/>
    <p:sldId xmlns:r="http://schemas.openxmlformats.org/officeDocument/2006/relationships" id="259" r:id="R28897bcdd2a145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2bbc2bfae5470b" /><Relationship Type="http://schemas.openxmlformats.org/officeDocument/2006/relationships/slideMaster" Target="/ppt/slideMasters/slideMaster1.xml" Id="R9b568561f0b64b82" /><Relationship Type="http://schemas.openxmlformats.org/officeDocument/2006/relationships/notesMaster" Target="/ppt/notesMasters/notesMaster1.xml" Id="R8c2c7267db8c44e4" /><Relationship Type="http://schemas.openxmlformats.org/officeDocument/2006/relationships/presProps" Target="/ppt/presProps.xml" Id="R48a59f2c6829411d" /><Relationship Type="http://schemas.openxmlformats.org/officeDocument/2006/relationships/tableStyles" Target="/ppt/tableStyles.xml" Id="R96264a2b65cf477b" /><Relationship Type="http://schemas.openxmlformats.org/officeDocument/2006/relationships/slide" Target="/ppt/slides/slide1.xml" Id="R19fa61c4364a4925" /><Relationship Type="http://schemas.openxmlformats.org/officeDocument/2006/relationships/slide" Target="/ppt/slides/slide2.xml" Id="Rf567c00bdf6a4988" /><Relationship Type="http://schemas.openxmlformats.org/officeDocument/2006/relationships/slide" Target="/ppt/slides/slide3.xml" Id="Ra7bef36fb0134475" /><Relationship Type="http://schemas.openxmlformats.org/officeDocument/2006/relationships/slide" Target="/ppt/slides/slide4.xml" Id="R28897bcdd2a145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8dfd6ab6d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e130afd9614c94" /><Relationship Type="http://schemas.openxmlformats.org/officeDocument/2006/relationships/notesMaster" Target="/ppt/notesMasters/notesMaster1.xml" Id="R44f5f552621e4e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1a5822f0d54987" /><Relationship Type="http://schemas.openxmlformats.org/officeDocument/2006/relationships/notesMaster" Target="/ppt/notesMasters/notesMaster1.xml" Id="R5e344df5faa146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4aa5bacaa14e13" /><Relationship Type="http://schemas.openxmlformats.org/officeDocument/2006/relationships/notesMaster" Target="/ppt/notesMasters/notesMaster1.xml" Id="Re364471eb6fe4a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12174db70e4ae7" /><Relationship Type="http://schemas.openxmlformats.org/officeDocument/2006/relationships/notesMaster" Target="/ppt/notesMasters/notesMaster1.xml" Id="Rc3fe7b7526ce49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107d0e1704e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71ef2f8a0545d4" /><Relationship Type="http://schemas.openxmlformats.org/officeDocument/2006/relationships/slideLayout" Target="/ppt/slideLayouts/slideLayout1.xml" Id="R13694829d48541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694829d48541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2c3bee8b745ce" /><Relationship Type="http://schemas.openxmlformats.org/officeDocument/2006/relationships/notesSlide" Target="/ppt/notesSlides/notesSlide1.xml" Id="Re57ef95abc6d40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e6f3ddfa947e9" /><Relationship Type="http://schemas.openxmlformats.org/officeDocument/2006/relationships/notesSlide" Target="/ppt/notesSlides/notesSlide2.xml" Id="R824dd7d2184742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5617b16694a7a" /><Relationship Type="http://schemas.openxmlformats.org/officeDocument/2006/relationships/notesSlide" Target="/ppt/notesSlides/notesSlide3.xml" Id="R374d7ec6007d43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f2b2297e14b34" /><Relationship Type="http://schemas.openxmlformats.org/officeDocument/2006/relationships/notesSlide" Target="/ppt/notesSlides/notesSlide4.xml" Id="Rc2b566c6591b47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E729E-BA99-4006-86CA-A6E59691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572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 la mañana caminaré</a:t>
            </a:r>
          </a:p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Tu luz me guiará</a:t>
            </a:r>
          </a:p>
        </p:txBody>
      </p:sp>
    </p:spTree>
    <p:extLst>
      <p:ext uri="{BB962C8B-B14F-4D97-AF65-F5344CB8AC3E}">
        <p14:creationId xmlns:p14="http://schemas.microsoft.com/office/powerpoint/2010/main" val="187054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818CE-10DC-49E3-A20D-0BCED86A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572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Una luz en el camino</a:t>
            </a:r>
          </a:p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Una esperanza para mí</a:t>
            </a:r>
          </a:p>
        </p:txBody>
      </p:sp>
    </p:spTree>
    <p:extLst>
      <p:ext uri="{BB962C8B-B14F-4D97-AF65-F5344CB8AC3E}">
        <p14:creationId xmlns:p14="http://schemas.microsoft.com/office/powerpoint/2010/main" val="1225094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6426A-CB7B-409A-854E-BF29432B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572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Cuando cae la noche</a:t>
            </a:r>
          </a:p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Tu paz me sostendrá</a:t>
            </a:r>
          </a:p>
        </p:txBody>
      </p:sp>
    </p:spTree>
    <p:extLst>
      <p:ext uri="{BB962C8B-B14F-4D97-AF65-F5344CB8AC3E}">
        <p14:creationId xmlns:p14="http://schemas.microsoft.com/office/powerpoint/2010/main" val="1339260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2A3D0-7180-4C16-9371-F1079D35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572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Una luz en el camino</a:t>
            </a:r>
          </a:p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Una esperanza para mí</a:t>
            </a:r>
          </a:p>
        </p:txBody>
      </p:sp>
    </p:spTree>
    <p:extLst>
      <p:ext uri="{BB962C8B-B14F-4D97-AF65-F5344CB8AC3E}">
        <p14:creationId xmlns:p14="http://schemas.microsoft.com/office/powerpoint/2010/main" val="1142613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2026-09-26T19:24:49.8140000Z</dcterms:created>
  <dcterms:modified xsi:type="dcterms:W3CDTF">2026-09-26T19:24:49.8150000Z</dcterms:modified>
</coreProperties>
</file>